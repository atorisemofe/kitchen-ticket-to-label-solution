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Restaurants are increasingly requesting itemized labels for prep accuracy, allergy handling, and station routing. However, integration complexity across platforms blocks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This is why most hardware manufacturers haven’t solved this problem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We are not competing with POS platforms. We are enhancing every POS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Itemized Kitchen Labels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Leveraging Star SMCS + StarIO.Online</a:t>
            </a:r>
          </a:p>
          <a:p/>
          <a:p>
            <a:r>
              <a:t>Presenter: [Your Name]</a:t>
            </a:r>
          </a:p>
          <a:p>
            <a:r>
              <a:t>Star Micronics – 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Industry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Restaurants require itemized kitchen labels. But today:</a:t>
            </a:r>
          </a:p>
          <a:p>
            <a:r>
              <a:t>Square prints one format</a:t>
            </a:r>
          </a:p>
          <a:p>
            <a:r>
              <a:t>Uber Eats prints another</a:t>
            </a:r>
          </a:p>
          <a:p>
            <a:r>
              <a:t>DoorDash prints another</a:t>
            </a:r>
          </a:p>
          <a:p>
            <a:r>
              <a:t>Grubhub prints another</a:t>
            </a:r>
          </a:p>
          <a:p>
            <a:r>
              <a:t>No standardized structured order feed</a:t>
            </a:r>
          </a:p>
          <a:p>
            <a:r>
              <a:t>Result: Kitchen staff manually interpret thermal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Is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POS platform:</a:t>
            </a:r>
          </a:p>
          <a:p>
            <a:r>
              <a:t>Uses different formatting &amp; print commands</a:t>
            </a:r>
          </a:p>
          <a:p>
            <a:r>
              <a:t>Does not expose standardized structured order APIs</a:t>
            </a:r>
          </a:p>
          <a:p>
            <a:r>
              <a:t>Often restricts integration access</a:t>
            </a:r>
          </a:p>
          <a:p>
            <a:br/>
            <a:r>
              <a:t>Traditional integration approach:</a:t>
            </a:r>
          </a:p>
          <a:p>
            <a:r>
              <a:t>❌ Requires direct API integration with each POS</a:t>
            </a:r>
          </a:p>
          <a:p>
            <a:r>
              <a:t>❌ High maintenance cost &amp; Long certification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 already owns the receipt layer.</a:t>
            </a:r>
          </a:p>
          <a:p>
            <a:r>
              <a:t>Instead of integrating at the POS API layer… we standardize at the printed receipt image layer.</a:t>
            </a:r>
          </a:p>
          <a:p>
            <a:br/>
            <a:r>
              <a:t>• Every platform prints.</a:t>
            </a:r>
          </a:p>
          <a:p>
            <a:r>
              <a:t>• Every receipt can be uploaded.</a:t>
            </a:r>
          </a:p>
          <a:p>
            <a:r>
              <a:t>• Every receipt can be interpreted.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 / Delivery Platform</a:t>
            </a:r>
          </a:p>
          <a:p>
            <a:r>
              <a:t>↓  Star Receipt Printer</a:t>
            </a:r>
          </a:p>
          <a:p>
            <a:r>
              <a:t>↓  Receipt Image → SMCS</a:t>
            </a:r>
          </a:p>
          <a:p>
            <a:r>
              <a:t>↓  AI Receipt Parsing Engine</a:t>
            </a:r>
          </a:p>
          <a:p>
            <a:r>
              <a:t>↓  Structured Order JSON</a:t>
            </a:r>
          </a:p>
          <a:p>
            <a:r>
              <a:t>↓  StarIO.Online</a:t>
            </a:r>
          </a:p>
          <a:p>
            <a:r>
              <a:t>↓  Star Kitchen Label Printer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Concept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working system:</a:t>
            </a:r>
          </a:p>
          <a:p>
            <a:r>
              <a:t>Authenticates via SMCS OAuth</a:t>
            </a:r>
          </a:p>
          <a:p>
            <a:r>
              <a:t>Detects new receipt uploads</a:t>
            </a:r>
          </a:p>
          <a:p>
            <a:r>
              <a:t>Parses receipt image using AI</a:t>
            </a:r>
          </a:p>
          <a:p>
            <a:r>
              <a:t>Generates itemized label markup</a:t>
            </a:r>
          </a:p>
          <a:p>
            <a:r>
              <a:t>Prints to Star cloud-connected kitchen printer</a:t>
            </a:r>
          </a:p>
          <a:p>
            <a:r>
              <a:t>Handles crash recovery &amp; duplicate prevention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to 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Advantages:</a:t>
            </a:r>
          </a:p>
          <a:p>
            <a:r>
              <a:t>✅ Platform-Agnostic (No POS API dependency)</a:t>
            </a:r>
          </a:p>
          <a:p>
            <a:r>
              <a:t>✅ Drives kitchen printer sales</a:t>
            </a:r>
          </a:p>
          <a:p>
            <a:r>
              <a:t>✅ Creates recurring SaaS model</a:t>
            </a:r>
          </a:p>
          <a:p>
            <a:r>
              <a:t>✅ Differentiates from Epson &amp; Bixolon</a:t>
            </a:r>
          </a:p>
          <a:p>
            <a:r>
              <a:t>✅ Positions Star as AI-forward</a:t>
            </a:r>
          </a:p>
          <a:p>
            <a:br/>
            <a:r>
              <a:t>This transforms Star from hardware vendor → intelligent infrastructure provider.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Monetization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business models:</a:t>
            </a:r>
          </a:p>
          <a:p>
            <a:r>
              <a:t>Monthly SaaS per location</a:t>
            </a:r>
          </a:p>
          <a:p>
            <a:r>
              <a:t>Per-label processing fee</a:t>
            </a:r>
          </a:p>
          <a:p>
            <a:r>
              <a:t>Premium SMCS subscription tier</a:t>
            </a:r>
          </a:p>
          <a:p>
            <a:r>
              <a:t>Enterprise kitchen automation package</a:t>
            </a:r>
          </a:p>
          <a:p>
            <a:r>
              <a:t>Bundled hardware + cloud subscription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competitor currently offers:</a:t>
            </a:r>
          </a:p>
          <a:p>
            <a:r>
              <a:t>Cloud-based AI receipt parsing</a:t>
            </a:r>
          </a:p>
          <a:p>
            <a:r>
              <a:t>Platform-agnostic kitchen label generation</a:t>
            </a:r>
          </a:p>
          <a:p>
            <a:r>
              <a:t>Integrated hardware + AI solution</a:t>
            </a:r>
          </a:p>
          <a:p>
            <a:br/>
            <a:r>
              <a:t>Star already owns:</a:t>
            </a:r>
          </a:p>
          <a:p>
            <a:r>
              <a:t>Hardware, Cloud infrastructure, Device authentication, Print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</a:t>
            </a:r>
          </a:p>
          <a:p>
            <a:r>
              <a:t>AI parsing variability &amp; Receipt format edge cases</a:t>
            </a:r>
          </a:p>
          <a:p>
            <a:r>
              <a:t>Internet dependency</a:t>
            </a:r>
          </a:p>
          <a:p>
            <a:br/>
            <a:r>
              <a:t>Mitigations:</a:t>
            </a:r>
          </a:p>
          <a:p>
            <a:r>
              <a:t>Continuous model tuning</a:t>
            </a:r>
          </a:p>
          <a:p>
            <a:r>
              <a:t>Fallback manual print</a:t>
            </a:r>
          </a:p>
          <a:p>
            <a:r>
              <a:t>Local caching &amp; retry logic</a:t>
            </a:r>
          </a:p>
          <a:p>
            <a:r>
              <a:t>Edge inference in future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Expansion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enhancements:</a:t>
            </a:r>
          </a:p>
          <a:p>
            <a:r>
              <a:t>Allergy auto-highlighting</a:t>
            </a:r>
          </a:p>
          <a:p>
            <a:r>
              <a:t>Rush order detection</a:t>
            </a:r>
          </a:p>
          <a:p>
            <a:r>
              <a:t>Prep time analytics</a:t>
            </a:r>
          </a:p>
          <a:p>
            <a:r>
              <a:t>Station routing</a:t>
            </a:r>
          </a:p>
          <a:p>
            <a:r>
              <a:t>Multi-language labels &amp; QR codes</a:t>
            </a:r>
          </a:p>
          <a:p>
            <a:r>
              <a:t>Order-level analytics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 Micronics can become:</a:t>
            </a:r>
          </a:p>
          <a:p>
            <a:r>
              <a:t>✅ The AI layer for hospitality printing</a:t>
            </a:r>
          </a:p>
          <a:p>
            <a:r>
              <a:t>✅ The infrastructure layer for POS-agnostic automation</a:t>
            </a:r>
          </a:p>
          <a:p>
            <a:r>
              <a:t>✅ A subscription-driven hardware ecosystem</a:t>
            </a:r>
          </a:p>
          <a:p>
            <a:br/>
            <a:r>
              <a:t>Star already owns the physical layer. This adds intelligence. This is a strategic evolution of Star’s cloud ecosystem.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</a:t>
            </a:r>
          </a:p>
          <a:p>
            <a:r>
              <a:t>1. Receipt prints</a:t>
            </a:r>
          </a:p>
          <a:p>
            <a:r>
              <a:t>2. Receipt uploads to SMCS</a:t>
            </a:r>
          </a:p>
          <a:p>
            <a:r>
              <a:t>3. AI parses receipt</a:t>
            </a:r>
          </a:p>
          <a:p>
            <a:r>
              <a:t>4. Labels print automatically</a:t>
            </a:r>
          </a:p>
          <a:p>
            <a:r>
              <a:t>5. Dashboard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Anticipated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How accurate is the AI parsing?</a:t>
            </a:r>
          </a:p>
          <a:p>
            <a:r>
              <a:t>A: Accuracy is high in POC and improves over time. Fallback safeguards exist.</a:t>
            </a:r>
          </a:p>
          <a:p>
            <a:r>
              <a:t>Q: What prevents competitors from doing this?</a:t>
            </a:r>
          </a:p>
          <a:p>
            <a:r>
              <a:t>A: Star already controls the hardware, cloud, and print API. Competitors lack this ecosystem.</a:t>
            </a:r>
          </a:p>
          <a:p>
            <a:r>
              <a:t>Q: What about data privacy?</a:t>
            </a:r>
          </a:p>
          <a:p>
            <a:r>
              <a:t>A: Receipts are already in SMCS. Processing is controlled. No new exposure footprint.</a:t>
            </a:r>
          </a:p>
          <a:p>
            <a:r>
              <a:t>Q: What is the revenue potential?</a:t>
            </a:r>
          </a:p>
          <a:p>
            <a:r>
              <a:t>A: Modest SaaS pricing across existing installed base yields meaningful recurring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